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E8F9"/>
                </a:solidFill>
              </a:rPr>
              <a:t>WEEK 12 CRYPTOGRAPHY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111556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</a:rPr>
              <a:t>VIC Cipher / Spy App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04088" y="190195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6FF"/>
                </a:solidFill>
              </a:rPr>
              <a:t>Professor-ready: W5H1 + Python source-code demo + cracking possibilities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43800" y="914400"/>
            <a:ext cx="3429000" cy="3429000"/>
          </a:xfrm>
          <a:prstGeom prst="roundRect">
            <a:avLst>
              <a:gd name="adj" fmla="val 160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9560" y="12618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E8F9"/>
                </a:solidFill>
              </a:rPr>
              <a:t>Assigned Topic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09560" y="173736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Team 6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VIC Cipher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(spy app)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04088" y="58155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Name / Student ID: 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TOPIC MATCH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Professor Requirement Match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Week 12 asks for cryptography, Python demo, cracking possibilities, and presentation.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64008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084832"/>
            <a:ext cx="5577840" cy="2606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Assigned Team 6 topic: VIC Cipher / spy app.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Presentation format: PPT/PDF.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Demo format: Python source-code demo.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Required analysis: W5H1 and cracking possibilities.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18120" y="1691640"/>
            <a:ext cx="3337560" cy="35661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20574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Presentation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83880" y="2542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Say the main idea first, then connect it to the demo.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49224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Week 12 Cryptography | VIC Cipher / Spy App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REQUIRED BY PROFESSOR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W5H1: VIC Cipher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Who, What, When, Where, Why, and How.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4892040" cy="822960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647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Who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Soviet intelligence users; connected to Reino Hayhanen.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4892040" cy="822960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7647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A7"/>
                </a:solidFill>
              </a:rPr>
              <a:t>What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6948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A hand cipher that encrypts messages into number groups.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4892040" cy="822960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992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When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Cold War period; publicly known after espionage investigations.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788920"/>
            <a:ext cx="4892040" cy="822960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9992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</a:rPr>
              <a:t>Where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6948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Covert communication contexts where messages could be intercepted.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023360"/>
            <a:ext cx="4892040" cy="822960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336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Why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To protect secret messages without needing a computer.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4892040" cy="822960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2336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How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Keyed alphabet, numeric substitution, transposition, and secret key material.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49224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Week 12 Cryptography | VIC Cipher / Spy App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HISTORICAL CONTEXT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What Is The VIC Cipher?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Cold War hand cipher used for covert communication.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64008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084832"/>
            <a:ext cx="5577840" cy="2606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Uses secret key material to protect messages.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Turns readable text into number groups.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Combines substitution and transposition ideas.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Important as a strong paper-and-pencil cipher.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18120" y="1691640"/>
            <a:ext cx="3337560" cy="35661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0EA5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20574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7"/>
                </a:solidFill>
              </a:rPr>
              <a:t>Presentation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83880" y="2542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Say the main idea first, then connect it to the demo.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49224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Week 12 Cryptography | VIC Cipher / Spy App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VOCABULARY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Core Cryptography Terms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Terms needed to explain the demo.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64008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084832"/>
            <a:ext cx="5577840" cy="2606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Plaintext: original readable message.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Ciphertext: encrypted protected message.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Key: secret information used to encrypt and decrypt.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Substitution and transposition: changing values and order.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18120" y="1691640"/>
            <a:ext cx="3337560" cy="35661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20574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Presentation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83880" y="2542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Say the main idea first, then connect it to the demo.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49224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Week 12 Cryptography | VIC Cipher / Spy App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 EXPLANATION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How The VIC-Inspired Demo Works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demo uses two serious classical cipher ideas.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F5F7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0574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Normalize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90779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MEET AT NOON → MEETATNOON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2807208" y="182880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F5F7FB"/>
          </a:solidFill>
          <a:ln w="12700">
            <a:solidFill>
              <a:srgbClr val="0EA5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20574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7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81528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Keyed alphabet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63240" y="290779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Alphabet order depends on SECRET 1970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111496" y="182880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F5F7F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6088" y="20574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85816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Checkerboard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67528" y="290779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Letters become variable-length digits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415784" y="182880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F5F7FB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0376" y="20574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90104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Transposition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71816" y="290779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Digits are rearranged by key order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720072" y="182880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F5F7FB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84664" y="20574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94392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Ciphertext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976104" y="290779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00151 88722 59012 02597 20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Week 12 Cryptography | VIC Cipher / Spy App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DEMO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Why My Demo Is VIC-Inspired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It is not the full historical VIC cipher, but it models serious classical techniques.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64008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084832"/>
            <a:ext cx="5577840" cy="2606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It uses a keyed alphabet from the secret key.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It uses straddling checkerboard substitution.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It uses columnar transposition to rearrange digits.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It demonstrates correct-key and wrong-key behavior.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18120" y="1691640"/>
            <a:ext cx="3337560" cy="35661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20574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Presentation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83880" y="2542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Say the main idea first, then connect it to the demo.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49224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Week 12 Cryptography | VIC Cipher / Spy App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REQUIRED BY PROFESSOR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Python Source Code Demo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File to submit/show: vic_cipher_professional_demo.py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4937760" cy="3611880"/>
          </a:xfrm>
          <a:prstGeom prst="roundRect">
            <a:avLst>
              <a:gd name="adj" fmla="val 151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96596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python3 vic_cipher_professional_demo.py encrypt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--key "SECRET 1970"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--text "MEET AT NOON"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--show-steps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3794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E6FF"/>
                </a:solidFill>
              </a:rPr>
              <a:t>The source code demonstrates substitution, transposition, encryption, correct-key decryption, and wrong-key behavior.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46520" y="1828800"/>
            <a:ext cx="438912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Keyed straddling checkerboard substitution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Keyed columnar transposition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Correct key recovers MEETATNOON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Wrong key produces incorrect text or decryption failure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49224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Week 12 Cryptography | VIC Cipher / Spy App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DEMO PROOF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Correct Key vs Wrong Key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Replace this screenshot with the new professional-demo screenshot after you run it.</a:t>
            </a:r>
            <a:endParaRPr lang="en-US" sz="1150" dirty="0"/>
          </a:p>
        </p:txBody>
      </p:sp>
      <p:pic>
        <p:nvPicPr>
          <p:cNvPr id="5" name="Image 0" descr="/var/folders/9k/3m2xb_ks5pj0v11brs_0ndfm0000gn/T/TemporaryItems/NSIRD_screencaptureui_0jrSmg/Screenshot 2026-05-17 at 11.28.52 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9951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0" y="18288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Correct key should recover the original message.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Wrong key should not recover the original message.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</a:rPr>
              <a:t>This proves why secret key control matters.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9224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Week 12 Cryptography | VIC Cipher / Spy App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REQUIRED BY PROFESSOR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Cracking Possibilities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How an attacker might try to break a classical cipher.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493776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659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Possible weaknesses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5146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Weak or guessed keys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Human mistakes in encryption steps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Reused keys or repeated messages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Enough ciphertext for pattern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645920"/>
            <a:ext cx="493776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1965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Defense lesson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12280" y="25146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Use strong, unique key material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Avoid repeating keys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Reduce predictable message patterns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Use modern cryptography for real security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49224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Week 12 Cryptography | VIC Cipher / Spy App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ETHICS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326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Security And Ethics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Cryptography protects privacy, but demos must stay educational.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64008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084832"/>
            <a:ext cx="5577840" cy="2606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Use demos only for legal and authorized learning.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Do not claim a classroom cipher is real-world secure.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Modern security requires reviewed algorithms like AES, RSA, and ECC.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The lesson is understanding how keys protect messages.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18120" y="1691640"/>
            <a:ext cx="3337560" cy="35661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20574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Presentation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83880" y="25420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Say the main idea first, then connect it to the demo.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49224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Week 12 Cryptography | VIC Cipher / Spy App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64240" y="64922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0120" y="1828800"/>
            <a:ext cx="676656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72033"/>
                </a:solidFill>
              </a:rPr>
              <a:t>The VIC cipher shows strong pre-computer cryptography.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72033"/>
                </a:solidFill>
              </a:rPr>
              <a:t>The demo explains key-based substitution and transposition.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72033"/>
                </a:solidFill>
              </a:rPr>
              <a:t>Cracking becomes easier with weak keys, mistakes, or repeated patterns.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72033"/>
                </a:solidFill>
              </a:rPr>
              <a:t>For real security, modern reviewed algorithms are required.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183880" y="1920240"/>
            <a:ext cx="2834640" cy="2011680"/>
          </a:xfrm>
          <a:prstGeom prst="roundRect">
            <a:avLst>
              <a:gd name="adj" fmla="val 2727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2240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Deliverables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PPT/PDF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Python source code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Live demo commands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5833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E8F9"/>
                </a:solidFill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VIC Cipher: Professor-Ready Week 12 Deck</dc:title>
  <dc:subject>VIC Cipher / Spy App</dc:subject>
  <dc:creator>Team 6 Individual Submission</dc:creator>
  <cp:lastModifiedBy>Team 6 Individual Submission</cp:lastModifiedBy>
  <cp:revision>1</cp:revision>
  <dcterms:created xsi:type="dcterms:W3CDTF">2026-05-17T14:46:18Z</dcterms:created>
  <dcterms:modified xsi:type="dcterms:W3CDTF">2026-05-17T14:46:18Z</dcterms:modified>
</cp:coreProperties>
</file>